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4" d="100"/>
          <a:sy n="74" d="100"/>
        </p:scale>
        <p:origin x="582" y="72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1/20/2025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1/20/2025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4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Online Store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Group members:</a:t>
            </a:r>
          </a:p>
          <a:p>
            <a:r>
              <a:rPr lang="en-US" dirty="0" smtClean="0"/>
              <a:t>Areesha </a:t>
            </a:r>
            <a:r>
              <a:rPr lang="en-US" dirty="0"/>
              <a:t>R</a:t>
            </a:r>
            <a:r>
              <a:rPr lang="en-US" dirty="0" smtClean="0"/>
              <a:t>aheel(55039)</a:t>
            </a:r>
          </a:p>
          <a:p>
            <a:r>
              <a:rPr lang="en-US" dirty="0" smtClean="0"/>
              <a:t>Hussain Mughal(53674)</a:t>
            </a:r>
          </a:p>
          <a:p>
            <a:r>
              <a:rPr lang="en-US" dirty="0" smtClean="0"/>
              <a:t>Ahmed Shafique(56375)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26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the modern digital era, efficient inventory and sales management are critical for businesses of all sizes. This project, "Online Store System," is a C++ console-based application that helps streamline the operations of a retail store by managing products, processing customer orders, and generating receipts. This system leverages core object- oriented programming (OOP) principles and data structures (DSA) for robustness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</a:t>
            </a:r>
            <a:r>
              <a:rPr lang="en-US" b="1" dirty="0" smtClean="0"/>
              <a:t>utomate </a:t>
            </a:r>
            <a:r>
              <a:rPr lang="en-US" b="1" dirty="0"/>
              <a:t>Inventory Management: </a:t>
            </a:r>
            <a:r>
              <a:rPr lang="en-US" dirty="0"/>
              <a:t>Allow administrators to add, edit, and delete products with ease. </a:t>
            </a:r>
            <a:endParaRPr lang="en-US" dirty="0" smtClean="0"/>
          </a:p>
          <a:p>
            <a:r>
              <a:rPr lang="en-US" b="1" dirty="0" smtClean="0"/>
              <a:t>Streamline </a:t>
            </a:r>
            <a:r>
              <a:rPr lang="en-US" b="1" dirty="0"/>
              <a:t>Order Processing: </a:t>
            </a:r>
            <a:r>
              <a:rPr lang="en-US" dirty="0"/>
              <a:t>Enable customers to view </a:t>
            </a:r>
            <a:r>
              <a:rPr lang="en-US" dirty="0" smtClean="0"/>
              <a:t>available products</a:t>
            </a:r>
            <a:r>
              <a:rPr lang="en-US" dirty="0"/>
              <a:t>, place orders, and receive receipts with discounts applied. </a:t>
            </a:r>
            <a:endParaRPr lang="en-US" dirty="0" smtClean="0"/>
          </a:p>
          <a:p>
            <a:r>
              <a:rPr lang="en-US" b="1" dirty="0" smtClean="0"/>
              <a:t>Demonstrate </a:t>
            </a:r>
            <a:r>
              <a:rPr lang="en-US" b="1" dirty="0"/>
              <a:t>OOP Principles: </a:t>
            </a:r>
            <a:r>
              <a:rPr lang="en-US" dirty="0"/>
              <a:t>Implement encapsulation, inheritance, and polymorphism to make the system modular, maintainable, </a:t>
            </a:r>
            <a:r>
              <a:rPr lang="en-US" dirty="0" smtClean="0"/>
              <a:t>and extensible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Incorporate </a:t>
            </a:r>
            <a:r>
              <a:rPr lang="en-US" b="1" dirty="0"/>
              <a:t>Data Structures: </a:t>
            </a:r>
            <a:r>
              <a:rPr lang="en-US" dirty="0"/>
              <a:t>Use linked lists for dynamic </a:t>
            </a:r>
            <a:r>
              <a:rPr lang="en-US" dirty="0" smtClean="0"/>
              <a:t>inventory management</a:t>
            </a:r>
            <a:r>
              <a:rPr lang="en-US" dirty="0"/>
              <a:t>, and stacks for menu navigation. </a:t>
            </a:r>
            <a:endParaRPr lang="en-US" dirty="0" smtClean="0"/>
          </a:p>
          <a:p>
            <a:r>
              <a:rPr lang="en-US" b="1" dirty="0" smtClean="0"/>
              <a:t>User </a:t>
            </a:r>
            <a:r>
              <a:rPr lang="en-US" b="1" dirty="0"/>
              <a:t>Authentication: </a:t>
            </a:r>
            <a:r>
              <a:rPr lang="en-US" dirty="0"/>
              <a:t>Protect administrative functionalities with </a:t>
            </a:r>
            <a:r>
              <a:rPr lang="en-US" dirty="0" smtClean="0"/>
              <a:t>a basic </a:t>
            </a:r>
            <a:r>
              <a:rPr lang="en-US" dirty="0"/>
              <a:t>authentication system.</a:t>
            </a:r>
          </a:p>
        </p:txBody>
      </p:sp>
    </p:spTree>
    <p:extLst>
      <p:ext uri="{BB962C8B-B14F-4D97-AF65-F5344CB8AC3E}">
        <p14:creationId xmlns:p14="http://schemas.microsoft.com/office/powerpoint/2010/main" val="141978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Scope 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399212" y="2743200"/>
            <a:ext cx="4724401" cy="3276600"/>
          </a:xfrm>
        </p:spPr>
        <p:txBody>
          <a:bodyPr/>
          <a:lstStyle/>
          <a:p>
            <a:r>
              <a:rPr lang="en-US" b="1" dirty="0"/>
              <a:t>Buyer Module: </a:t>
            </a:r>
            <a:endParaRPr lang="en-US" b="1" dirty="0" smtClean="0"/>
          </a:p>
          <a:p>
            <a:r>
              <a:rPr lang="en-US" dirty="0" smtClean="0"/>
              <a:t>Display </a:t>
            </a:r>
            <a:r>
              <a:rPr lang="en-US" dirty="0"/>
              <a:t>product catalog for buyers. </a:t>
            </a:r>
            <a:endParaRPr lang="en-US" dirty="0" smtClean="0"/>
          </a:p>
          <a:p>
            <a:r>
              <a:rPr lang="en-US" dirty="0" smtClean="0"/>
              <a:t>Allow </a:t>
            </a:r>
            <a:r>
              <a:rPr lang="en-US" dirty="0"/>
              <a:t>buyers to place orders, view their total cost, and receive a detailed receipt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Apply </a:t>
            </a:r>
            <a:r>
              <a:rPr lang="en-US" dirty="0"/>
              <a:t>discounts and calculate the final price with automatic discount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2743200"/>
            <a:ext cx="4495798" cy="3276600"/>
          </a:xfrm>
        </p:spPr>
        <p:txBody>
          <a:bodyPr/>
          <a:lstStyle/>
          <a:p>
            <a:r>
              <a:rPr lang="en-US" b="1" dirty="0"/>
              <a:t>Administrator Module: </a:t>
            </a:r>
            <a:endParaRPr lang="en-US" b="1" dirty="0" smtClean="0"/>
          </a:p>
          <a:p>
            <a:r>
              <a:rPr lang="en-US" dirty="0" smtClean="0"/>
              <a:t>Manage </a:t>
            </a:r>
            <a:r>
              <a:rPr lang="en-US" dirty="0"/>
              <a:t>inventory by adding, editing, or removing products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Ensure </a:t>
            </a:r>
            <a:r>
              <a:rPr lang="en-US" dirty="0"/>
              <a:t>data consistency and allow easy product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3812" y="2115977"/>
            <a:ext cx="6248400" cy="40011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000" dirty="0" smtClean="0"/>
              <a:t>This Project is divided into two main modules:</a:t>
            </a:r>
          </a:p>
        </p:txBody>
      </p:sp>
    </p:spTree>
    <p:extLst>
      <p:ext uri="{BB962C8B-B14F-4D97-AF65-F5344CB8AC3E}">
        <p14:creationId xmlns:p14="http://schemas.microsoft.com/office/powerpoint/2010/main" val="363974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Structures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8915398" cy="4191000"/>
          </a:xfrm>
        </p:spPr>
        <p:txBody>
          <a:bodyPr/>
          <a:lstStyle/>
          <a:p>
            <a:r>
              <a:rPr lang="en-US" b="1" dirty="0" smtClean="0"/>
              <a:t>Linked </a:t>
            </a:r>
            <a:r>
              <a:rPr lang="en-US" b="1" dirty="0"/>
              <a:t>List: </a:t>
            </a:r>
            <a:r>
              <a:rPr lang="en-US" dirty="0"/>
              <a:t>Used for dynamic storage of product inventory to allow efficient addition, deletion, and traversal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76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Expected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functional console-based application for managing an </a:t>
            </a:r>
            <a:r>
              <a:rPr lang="en-US" dirty="0" smtClean="0"/>
              <a:t>online store’s </a:t>
            </a:r>
            <a:r>
              <a:rPr lang="en-US" dirty="0"/>
              <a:t>inventory and sales.  </a:t>
            </a:r>
            <a:endParaRPr lang="en-US" dirty="0" smtClean="0"/>
          </a:p>
          <a:p>
            <a:r>
              <a:rPr lang="en-US" dirty="0" smtClean="0"/>
              <a:t>Enhanced </a:t>
            </a:r>
            <a:r>
              <a:rPr lang="en-US" dirty="0"/>
              <a:t>understanding of C++ OOP principles and </a:t>
            </a:r>
            <a:r>
              <a:rPr lang="en-US" dirty="0" smtClean="0"/>
              <a:t>data structures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modular and extendable codebase demonstrating </a:t>
            </a:r>
            <a:r>
              <a:rPr lang="en-US" dirty="0" smtClean="0"/>
              <a:t>real-world application </a:t>
            </a:r>
            <a:r>
              <a:rPr lang="en-US" dirty="0"/>
              <a:t>of programming concepts.</a:t>
            </a:r>
          </a:p>
        </p:txBody>
      </p:sp>
    </p:spTree>
    <p:extLst>
      <p:ext uri="{BB962C8B-B14F-4D97-AF65-F5344CB8AC3E}">
        <p14:creationId xmlns:p14="http://schemas.microsoft.com/office/powerpoint/2010/main" val="144328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"Online Store Management System" project presents an ideal blend of theoretical and practical applications of C++ OOP and DSA concepts. It is designed to be a scalable and modular solution, providing foundational knowledge applicable in building larger inventory or e-commerce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8574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19</TotalTime>
  <Words>366</Words>
  <Application>Microsoft Office PowerPoint</Application>
  <PresentationFormat>Custom</PresentationFormat>
  <Paragraphs>31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굴림</vt:lpstr>
      <vt:lpstr>Vertical and Horizontal design template</vt:lpstr>
      <vt:lpstr>Online Store System</vt:lpstr>
      <vt:lpstr>Introduction </vt:lpstr>
      <vt:lpstr>Objectives</vt:lpstr>
      <vt:lpstr>Project Scope </vt:lpstr>
      <vt:lpstr>Data Structures</vt:lpstr>
      <vt:lpstr>Expected Outcomes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Store System</dc:title>
  <dc:creator>Microsoft account</dc:creator>
  <cp:lastModifiedBy>Microsoft account</cp:lastModifiedBy>
  <cp:revision>4</cp:revision>
  <dcterms:created xsi:type="dcterms:W3CDTF">2025-01-18T05:13:41Z</dcterms:created>
  <dcterms:modified xsi:type="dcterms:W3CDTF">2025-01-20T03:37:42Z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